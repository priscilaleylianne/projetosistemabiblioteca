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28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063E3-0135-8215-7854-4A6B021F4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EED1A-11CC-9831-C2C9-B7D3AEEDF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379E82-D36B-E896-6B1D-763599CD3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153A-3516-4D04-82EB-22B13456795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5DFBE6-14B7-8274-BCFC-D8FA577CF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7DEA9E-3D47-EC8E-DBC0-CA6ABA7AA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A79-44B8-4A47-9116-23DADC6DD7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6873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B463B5-8B00-C3F7-4D08-E4EE991CA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5C4E12-CD31-657F-3EF4-50555D7F4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A7E5F8-812B-AD53-C801-8010A0AC1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153A-3516-4D04-82EB-22B13456795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16D65E-E747-EEF1-7310-EFF00C4F7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D9C5BD-790F-1B25-DCDF-95943D115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A79-44B8-4A47-9116-23DADC6DD7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1492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62EF8-A2C4-5C7A-952A-17230713A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B7363F-1D10-98DC-E5BA-B5F87D908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A832F0-9B50-FFB8-B982-15D7E18FA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153A-3516-4D04-82EB-22B13456795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118798-7176-9DF9-88A1-99A0C8017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E013B9-1CA7-1CED-F2C0-29B810838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A79-44B8-4A47-9116-23DADC6DD7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7417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17653-F0A0-D7DF-E79D-7D32FA5B6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A83522-17C6-EDA3-BFAA-F60B62CEC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FC1129-578F-2A5C-B20C-F2A315049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43E340-5407-BC47-76C0-4E09B6C7E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153A-3516-4D04-82EB-22B13456795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781B24-1805-5E39-0615-F26B1F3C7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EBC1E3-122F-0732-8547-5A6FBC1E1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A79-44B8-4A47-9116-23DADC6DD7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7449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DB340-2BAA-5878-7EBC-2EF07045A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457BE7-DDCA-E789-8161-B8E59EA01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A36C65-776F-947E-59C2-F80C1964E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472C11D-7719-B856-8BD6-8F3BDF56FA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C6B797-6FC6-170A-3B3F-87C0DEB84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DB2470-6570-BB12-6040-DD4AEE432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153A-3516-4D04-82EB-22B13456795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1E0851A-1A23-BD27-070F-6EE5B52EC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3391D76-EF0F-840F-5859-B5008D31A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A79-44B8-4A47-9116-23DADC6DD7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265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9FA01-E9D1-5226-B3B5-F598FD42F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1659A28-E831-7230-E72A-B26BC1691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153A-3516-4D04-82EB-22B13456795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0743830-6D02-C325-D923-874268F60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70454EF-69CE-FC83-2B00-92A93582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A79-44B8-4A47-9116-23DADC6DD7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710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5D9DC27-E403-9A78-3DAA-65B145BE8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153A-3516-4D04-82EB-22B13456795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94C4FF2-59FC-0B90-C04B-57831093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FF351C-0AC7-1DCF-F678-253609CF5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A79-44B8-4A47-9116-23DADC6DD7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391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50DFC-E5E7-36CF-8E15-222EC3743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BB2D9E-7D1B-EAFD-5CB6-35FD6B891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B0B6AE-FF7F-7A47-5E93-AC4730F69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9CC0E6-104A-1FDA-4090-A45A2C36D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153A-3516-4D04-82EB-22B13456795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1700E6-2230-1EC0-3092-2A3800781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27A212-9B40-0073-6E3A-F220E4CE1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A79-44B8-4A47-9116-23DADC6DD7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9694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D58EF-F760-021C-10D6-66DD465E9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53791FF-7C3E-755B-F182-CD124EF7CE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DEDCA7-6E0C-5B62-D1E7-1007CB4F6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1E1692-34C2-DB73-83C0-5963EE6E2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153A-3516-4D04-82EB-22B13456795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E7498B-668F-3E5D-3242-297A9417F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6DEE3ED-061E-4CD6-9761-5CB753347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A79-44B8-4A47-9116-23DADC6DD7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063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2129E1-699F-EB5E-0747-66E632F4B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F06B563-3907-F15E-418A-8C2853BEE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DD758C-E9E7-B6CA-B5CD-106621601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153A-3516-4D04-82EB-22B13456795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D56E43-F724-6209-30AA-00171AED0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54CA5D-545A-AD55-DC21-9CE99F746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A79-44B8-4A47-9116-23DADC6DD7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3486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7518F27-1EDD-77FF-DB58-4B37907DD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9B4E036-68E8-9C99-E9E0-61796B105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98D0D1-F7D2-08D4-6616-2EA27ACCD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4153A-3516-4D04-82EB-22B13456795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8744DD-0794-CCB5-7ABE-7352D252A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989A51-7FDF-D4F6-FA32-871888BCD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64A79-44B8-4A47-9116-23DADC6DD7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1930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FA8580-1B46-2DB9-83E3-B6CE51916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C4E658-8DCD-5F7A-ED3A-50A8920E1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122A64-A319-BFDD-111B-4967C9CC14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4153A-3516-4D04-82EB-22B134567959}" type="datetimeFigureOut">
              <a:rPr lang="pt-BR" smtClean="0"/>
              <a:t>04/12/2025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E9A78B-B40B-0B2D-7C6E-41B6F4CD7D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7719D0-B984-B57E-042D-564513B4A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A64A79-44B8-4A47-9116-23DADC6DD7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0818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F78F7C-7254-3C14-F5E7-E5491B481B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4A20B4-2E6F-B61A-9A62-D3B9D0372C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71B7F88-C177-266D-4178-0C5596A08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8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89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EE01F-D00B-CF07-B918-91F27C998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9CF3980-76FE-EC0A-6D0E-3850C8731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53" y="-124178"/>
            <a:ext cx="12198853" cy="6982177"/>
          </a:xfrm>
        </p:spPr>
      </p:pic>
    </p:spTree>
    <p:extLst>
      <p:ext uri="{BB962C8B-B14F-4D97-AF65-F5344CB8AC3E}">
        <p14:creationId xmlns:p14="http://schemas.microsoft.com/office/powerpoint/2010/main" val="2973288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94211-785C-B960-9B35-EB27DCF9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FA159F5-D37E-B1B4-53CD-D1C03BC160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8" y="-1"/>
            <a:ext cx="12005064" cy="6773333"/>
          </a:xfrm>
        </p:spPr>
      </p:pic>
    </p:spTree>
    <p:extLst>
      <p:ext uri="{BB962C8B-B14F-4D97-AF65-F5344CB8AC3E}">
        <p14:creationId xmlns:p14="http://schemas.microsoft.com/office/powerpoint/2010/main" val="179752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1B502-6A4C-5BB9-7D09-8282095FA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EEFC9E7-125A-B150-0C44-1A127C76B7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70291"/>
          </a:xfrm>
        </p:spPr>
      </p:pic>
    </p:spTree>
    <p:extLst>
      <p:ext uri="{BB962C8B-B14F-4D97-AF65-F5344CB8AC3E}">
        <p14:creationId xmlns:p14="http://schemas.microsoft.com/office/powerpoint/2010/main" val="2902880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C1F44-4C75-8903-C3F0-CA0D89C99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8E2B0D0-D10F-F744-40B3-E500960D1E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576" cy="6858000"/>
          </a:xfrm>
        </p:spPr>
      </p:pic>
    </p:spTree>
    <p:extLst>
      <p:ext uri="{BB962C8B-B14F-4D97-AF65-F5344CB8AC3E}">
        <p14:creationId xmlns:p14="http://schemas.microsoft.com/office/powerpoint/2010/main" val="926158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FE1F30-79E7-09A3-0F2D-8A2767AE4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2B011E5-2B06-F2E5-0511-E79CC5D0D8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93600" cy="6906656"/>
          </a:xfrm>
        </p:spPr>
      </p:pic>
    </p:spTree>
    <p:extLst>
      <p:ext uri="{BB962C8B-B14F-4D97-AF65-F5344CB8AC3E}">
        <p14:creationId xmlns:p14="http://schemas.microsoft.com/office/powerpoint/2010/main" val="3334273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DAFCD-E8F0-0893-AD98-61AC209A1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41AE53AE-5B48-F2FF-4141-9D5A961C8B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1022" cy="6962282"/>
          </a:xfrm>
        </p:spPr>
      </p:pic>
    </p:spTree>
    <p:extLst>
      <p:ext uri="{BB962C8B-B14F-4D97-AF65-F5344CB8AC3E}">
        <p14:creationId xmlns:p14="http://schemas.microsoft.com/office/powerpoint/2010/main" val="1390236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32980-B32D-4ED1-E60D-08C160539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AB5F252-D84E-0877-9D51-0517E66DF2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26201" cy="6858000"/>
          </a:xfrm>
        </p:spPr>
      </p:pic>
    </p:spTree>
    <p:extLst>
      <p:ext uri="{BB962C8B-B14F-4D97-AF65-F5344CB8AC3E}">
        <p14:creationId xmlns:p14="http://schemas.microsoft.com/office/powerpoint/2010/main" val="4039966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EAF49-8110-F6ED-1F56-BB0D83E93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BAF2E55-FD46-2D09-544B-8BC123E2C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48458" cy="6858000"/>
          </a:xfrm>
        </p:spPr>
      </p:pic>
    </p:spTree>
    <p:extLst>
      <p:ext uri="{BB962C8B-B14F-4D97-AF65-F5344CB8AC3E}">
        <p14:creationId xmlns:p14="http://schemas.microsoft.com/office/powerpoint/2010/main" val="6715980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seduc</dc:creator>
  <cp:lastModifiedBy>seduc</cp:lastModifiedBy>
  <cp:revision>1</cp:revision>
  <dcterms:created xsi:type="dcterms:W3CDTF">2025-12-04T14:34:45Z</dcterms:created>
  <dcterms:modified xsi:type="dcterms:W3CDTF">2025-12-04T14:35:09Z</dcterms:modified>
</cp:coreProperties>
</file>